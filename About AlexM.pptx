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14748360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910E9-86CB-418E-B359-985ACE6B7B4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46DFE0-C443-43F9-8369-1E77855AF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78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6586C-9251-5380-AD37-BBA916FAD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70502C-D624-BA84-8499-B5A554102C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3863" y="673100"/>
            <a:ext cx="6254750" cy="35194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96E0C1-BCFA-52FA-9018-792EB18A5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B28C9A-5055-42CD-6A68-23802812654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5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Culture Concepts are © 1994-2020 Heidrick &amp; Struggles International Inc.,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E407FD-758B-D395-C06E-95AB3968EA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5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CB912F-D59F-0547-86CD-AA4B8F0EEDB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5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5E5E5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4183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Ver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5CB2EA-1710-8C4A-944C-D03CBFE0FC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23052" y="662739"/>
            <a:ext cx="11745895" cy="4957682"/>
          </a:xfrm>
          <a:prstGeom prst="rect">
            <a:avLst/>
          </a:prstGeom>
        </p:spPr>
      </p:pic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1C2AF232-E254-423C-88E2-A358D4C17A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3277" y="281043"/>
            <a:ext cx="9163290" cy="255185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algn="r">
              <a:lnSpc>
                <a:spcPct val="100000"/>
              </a:lnSpc>
              <a:defRPr lang="en-US" sz="2000" b="1" i="0" kern="1200" cap="all" spc="-33" baseline="0" dirty="0" smtClean="0">
                <a:solidFill>
                  <a:schemeClr val="bg1"/>
                </a:solidFill>
                <a:latin typeface="+mn-lt"/>
                <a:ea typeface="+mn-ea"/>
                <a:cs typeface="Source Sans Pro Light"/>
              </a:defRPr>
            </a:lvl1pPr>
            <a:lvl2pPr>
              <a:defRPr lang="en-US" sz="2400" b="1" i="0" kern="1200" cap="all" spc="-33" baseline="0" dirty="0" smtClean="0">
                <a:solidFill>
                  <a:schemeClr val="accent1"/>
                </a:solidFill>
                <a:latin typeface="+mn-lt"/>
                <a:ea typeface="+mn-ea"/>
                <a:cs typeface="Source Sans Pro Light"/>
              </a:defRPr>
            </a:lvl2pPr>
            <a:lvl3pPr>
              <a:defRPr lang="en-US" sz="2400" b="1" i="0" kern="1200" cap="all" spc="-33" baseline="0" dirty="0" smtClean="0">
                <a:solidFill>
                  <a:schemeClr val="accent1"/>
                </a:solidFill>
                <a:latin typeface="+mn-lt"/>
                <a:ea typeface="+mn-ea"/>
                <a:cs typeface="Source Sans Pro Light"/>
              </a:defRPr>
            </a:lvl3pPr>
            <a:lvl4pPr>
              <a:defRPr lang="en-US" sz="2400" b="1" i="0" kern="1200" cap="all" spc="-33" baseline="0" dirty="0" smtClean="0">
                <a:solidFill>
                  <a:schemeClr val="accent1"/>
                </a:solidFill>
                <a:latin typeface="+mn-lt"/>
                <a:ea typeface="+mn-ea"/>
                <a:cs typeface="Source Sans Pro Light"/>
              </a:defRPr>
            </a:lvl4pPr>
            <a:lvl5pPr>
              <a:defRPr lang="en-US" sz="2400" b="1" i="0" kern="1200" cap="all" spc="-33" baseline="0" dirty="0">
                <a:solidFill>
                  <a:schemeClr val="accent1"/>
                </a:solidFill>
                <a:latin typeface="+mn-lt"/>
                <a:ea typeface="+mn-ea"/>
                <a:cs typeface="Source Sans Pro Light"/>
              </a:defRPr>
            </a:lvl5pPr>
          </a:lstStyle>
          <a:p>
            <a:pPr lvl="0"/>
            <a:r>
              <a:rPr lang="en-US"/>
              <a:t>Full NAME</a:t>
            </a:r>
          </a:p>
        </p:txBody>
      </p:sp>
      <p:sp>
        <p:nvSpPr>
          <p:cNvPr id="29" name="Text Placeholder 32">
            <a:extLst>
              <a:ext uri="{FF2B5EF4-FFF2-40B4-BE49-F238E27FC236}">
                <a16:creationId xmlns:a16="http://schemas.microsoft.com/office/drawing/2014/main" id="{3876CF00-20FE-4481-A0E4-C2A8592FDA1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7911" y="3684094"/>
            <a:ext cx="1414818" cy="1922367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sz="1100" b="0">
                <a:solidFill>
                  <a:schemeClr val="tx1"/>
                </a:solidFill>
              </a:rPr>
              <a:t>Consider sharing some biographical details (e.g. where you’re from and who is in your family), your title and years at Anthem, your professional history, etc.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CA28C72-4CFF-6A40-9387-13E054486A79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17351" y="972854"/>
            <a:ext cx="1570615" cy="1883839"/>
          </a:xfrm>
          <a:prstGeom prst="rect">
            <a:avLst/>
          </a:prstGeom>
        </p:spPr>
        <p:txBody>
          <a:bodyPr anchor="t" anchorCtr="1"/>
          <a:lstStyle>
            <a:lvl1pPr marL="9525" marR="0" indent="-9525" algn="l" defTabSz="550838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550838" rtl="0" eaLnBrk="1" fontAlgn="auto" latinLnBrk="0" hangingPunct="1">
              <a:lnSpc>
                <a:spcPts val="20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Click icon to </a:t>
            </a:r>
            <a:br>
              <a:rPr lang="en-US"/>
            </a:br>
            <a:r>
              <a:rPr lang="en-US"/>
              <a:t>insert photo</a:t>
            </a:r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F5B574D7-5174-8C42-8B6D-01EE9708FDE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350546" y="1182406"/>
            <a:ext cx="1355879" cy="2162992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Share one or more personal or professional achievements.</a:t>
            </a:r>
          </a:p>
          <a:p>
            <a:pPr lvl="0"/>
            <a:endParaRPr lang="en-US"/>
          </a:p>
          <a:p>
            <a:pPr lvl="0"/>
            <a:r>
              <a:rPr lang="en-US"/>
              <a:t>If you are a Culture Champion or Workshop Facilitator consider sharing here.  </a:t>
            </a:r>
          </a:p>
        </p:txBody>
      </p:sp>
      <p:sp>
        <p:nvSpPr>
          <p:cNvPr id="44" name="Text Placeholder 32">
            <a:extLst>
              <a:ext uri="{FF2B5EF4-FFF2-40B4-BE49-F238E27FC236}">
                <a16:creationId xmlns:a16="http://schemas.microsoft.com/office/drawing/2014/main" id="{2B15FD4C-D47A-7347-9B5E-B1D7D28FEC8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13489" y="1708979"/>
            <a:ext cx="2357128" cy="1636419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600" b="0" i="0" kern="1200" spc="-33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Source Sans Pro Light"/>
              </a:defRPr>
            </a:lvl1pPr>
          </a:lstStyle>
          <a:p>
            <a:pPr lvl="0"/>
            <a:r>
              <a:rPr lang="en-US"/>
              <a:t>Share a random, bizarre or unexpected fact about yourself. </a:t>
            </a:r>
          </a:p>
          <a:p>
            <a:pPr lvl="0"/>
            <a:endParaRPr lang="en-US"/>
          </a:p>
        </p:txBody>
      </p:sp>
      <p:sp>
        <p:nvSpPr>
          <p:cNvPr id="45" name="Picture Placeholder 11">
            <a:extLst>
              <a:ext uri="{FF2B5EF4-FFF2-40B4-BE49-F238E27FC236}">
                <a16:creationId xmlns:a16="http://schemas.microsoft.com/office/drawing/2014/main" id="{C84D2A59-4460-F34A-9102-7C88D25E933E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7077681" y="1228338"/>
            <a:ext cx="1407897" cy="1410033"/>
          </a:xfrm>
          <a:prstGeom prst="rect">
            <a:avLst/>
          </a:prstGeom>
        </p:spPr>
        <p:txBody>
          <a:bodyPr wrap="square" anchor="t" anchorCtr="1">
            <a:noAutofit/>
          </a:bodyPr>
          <a:lstStyle>
            <a:lvl1pPr marL="0" marR="0" indent="0" algn="ctr" defTabSz="550838" rtl="0" eaLnBrk="1" fontAlgn="auto" latinLnBrk="0" hangingPunct="1">
              <a:lnSpc>
                <a:spcPts val="20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550838" rtl="0" eaLnBrk="1" fontAlgn="auto" latinLnBrk="0" hangingPunct="1">
              <a:lnSpc>
                <a:spcPts val="20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Click icon to insert album art</a:t>
            </a:r>
          </a:p>
        </p:txBody>
      </p:sp>
      <p:sp>
        <p:nvSpPr>
          <p:cNvPr id="46" name="Text Placeholder 32">
            <a:extLst>
              <a:ext uri="{FF2B5EF4-FFF2-40B4-BE49-F238E27FC236}">
                <a16:creationId xmlns:a16="http://schemas.microsoft.com/office/drawing/2014/main" id="{AA51D1B0-0C9F-5E48-AB4E-C27EFD22C0F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50645" y="1961879"/>
            <a:ext cx="2733444" cy="1655711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Share a personal or professional accomplishment or momentous occasion. </a:t>
            </a:r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662AB4B6-3530-0C41-BFE6-A12EA7222C1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077681" y="2764697"/>
            <a:ext cx="1414818" cy="376883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Song Title</a:t>
            </a:r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B48FDAB-D5E0-B645-A27F-955261B910C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34911" y="4171130"/>
            <a:ext cx="1235705" cy="1392578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171450" indent="-171450">
              <a:lnSpc>
                <a:spcPct val="100000"/>
              </a:lnSpc>
              <a:buFont typeface="Wingdings" pitchFamily="2" charset="2"/>
              <a:buChar char="§"/>
              <a:defRPr sz="1200"/>
            </a:lvl1pPr>
          </a:lstStyle>
          <a:p>
            <a:pPr lvl="0"/>
            <a:r>
              <a:rPr lang="en-US"/>
              <a:t>List a few of your skills</a:t>
            </a:r>
          </a:p>
          <a:p>
            <a:pPr lvl="0"/>
            <a:endParaRPr lang="en-US"/>
          </a:p>
        </p:txBody>
      </p:sp>
      <p:sp>
        <p:nvSpPr>
          <p:cNvPr id="53" name="Picture Placeholder 11">
            <a:extLst>
              <a:ext uri="{FF2B5EF4-FFF2-40B4-BE49-F238E27FC236}">
                <a16:creationId xmlns:a16="http://schemas.microsoft.com/office/drawing/2014/main" id="{D6EC4919-2816-5F4C-8E44-0FFD96200F9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8817430" y="4173735"/>
            <a:ext cx="927462" cy="1366222"/>
          </a:xfrm>
          <a:prstGeom prst="rect">
            <a:avLst/>
          </a:prstGeom>
        </p:spPr>
        <p:txBody>
          <a:bodyPr anchor="t" anchorCtr="1"/>
          <a:lstStyle>
            <a:lvl1pPr marL="0" marR="0" indent="0" algn="ctr" defTabSz="5508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550838" rtl="0" eaLnBrk="1" fontAlgn="auto" latinLnBrk="0" hangingPunct="1">
              <a:lnSpc>
                <a:spcPts val="20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Click icon to Insert Photo</a:t>
            </a:r>
          </a:p>
        </p:txBody>
      </p:sp>
      <p:sp>
        <p:nvSpPr>
          <p:cNvPr id="54" name="Picture Placeholder 11">
            <a:extLst>
              <a:ext uri="{FF2B5EF4-FFF2-40B4-BE49-F238E27FC236}">
                <a16:creationId xmlns:a16="http://schemas.microsoft.com/office/drawing/2014/main" id="{A3AB413A-F701-5B47-8F00-3B7D26F2579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9855468" y="4173735"/>
            <a:ext cx="927462" cy="1366222"/>
          </a:xfrm>
          <a:prstGeom prst="rect">
            <a:avLst/>
          </a:prstGeom>
        </p:spPr>
        <p:txBody>
          <a:bodyPr anchor="t" anchorCtr="1"/>
          <a:lstStyle>
            <a:lvl1pPr marL="0" marR="0" indent="0" algn="ctr" defTabSz="550838" rtl="0" eaLnBrk="1" fontAlgn="auto" latinLnBrk="0" hangingPunct="1">
              <a:lnSpc>
                <a:spcPts val="20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550838" rtl="0" eaLnBrk="1" fontAlgn="auto" latinLnBrk="0" hangingPunct="1">
              <a:lnSpc>
                <a:spcPts val="20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Click icon to Insert Photo</a:t>
            </a:r>
          </a:p>
        </p:txBody>
      </p:sp>
      <p:sp>
        <p:nvSpPr>
          <p:cNvPr id="55" name="Picture Placeholder 11">
            <a:extLst>
              <a:ext uri="{FF2B5EF4-FFF2-40B4-BE49-F238E27FC236}">
                <a16:creationId xmlns:a16="http://schemas.microsoft.com/office/drawing/2014/main" id="{D8A38A34-8245-AC4F-B211-DAAF6B718C6C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0885342" y="4166697"/>
            <a:ext cx="927462" cy="1373260"/>
          </a:xfrm>
          <a:prstGeom prst="rect">
            <a:avLst/>
          </a:prstGeom>
        </p:spPr>
        <p:txBody>
          <a:bodyPr anchor="t" anchorCtr="1"/>
          <a:lstStyle>
            <a:lvl1pPr marL="0" marR="0" indent="0" algn="ctr" defTabSz="550838" rtl="0" eaLnBrk="1" fontAlgn="auto" latinLnBrk="0" hangingPunct="1">
              <a:lnSpc>
                <a:spcPts val="20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550838" rtl="0" eaLnBrk="1" fontAlgn="auto" latinLnBrk="0" hangingPunct="1">
              <a:lnSpc>
                <a:spcPts val="20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Click icon to Insert Photo</a:t>
            </a:r>
          </a:p>
        </p:txBody>
      </p:sp>
      <p:sp>
        <p:nvSpPr>
          <p:cNvPr id="56" name="Text Placeholder 32">
            <a:extLst>
              <a:ext uri="{FF2B5EF4-FFF2-40B4-BE49-F238E27FC236}">
                <a16:creationId xmlns:a16="http://schemas.microsoft.com/office/drawing/2014/main" id="{28DD1F42-B65F-E249-A4D2-1C84F36AD45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673276" y="5279494"/>
            <a:ext cx="2228042" cy="260463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100"/>
            </a:lvl1pPr>
          </a:lstStyle>
          <a:p>
            <a:pPr lvl="0"/>
            <a:r>
              <a:rPr lang="en-US"/>
              <a:t>Insert LinkedIn address</a:t>
            </a:r>
          </a:p>
        </p:txBody>
      </p:sp>
      <p:sp>
        <p:nvSpPr>
          <p:cNvPr id="59" name="Text Placeholder 32">
            <a:extLst>
              <a:ext uri="{FF2B5EF4-FFF2-40B4-BE49-F238E27FC236}">
                <a16:creationId xmlns:a16="http://schemas.microsoft.com/office/drawing/2014/main" id="{E2122376-20BD-9B42-B036-57188BBC35D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407274" y="4042877"/>
            <a:ext cx="2461578" cy="896982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231775" marR="0" indent="-231775" algn="l" defTabSz="5508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Describe yourself in 3 words</a:t>
            </a:r>
          </a:p>
        </p:txBody>
      </p:sp>
      <p:sp>
        <p:nvSpPr>
          <p:cNvPr id="19" name="Text Placeholder 32">
            <a:extLst>
              <a:ext uri="{FF2B5EF4-FFF2-40B4-BE49-F238E27FC236}">
                <a16:creationId xmlns:a16="http://schemas.microsoft.com/office/drawing/2014/main" id="{B16B2945-9499-954B-9994-AF6CD5E95C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061338" y="4446691"/>
            <a:ext cx="1542336" cy="1041015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171450" indent="-171450">
              <a:lnSpc>
                <a:spcPct val="100000"/>
              </a:lnSpc>
              <a:buFont typeface="Wingdings" pitchFamily="2" charset="2"/>
              <a:buChar char="§"/>
              <a:defRPr sz="1200"/>
            </a:lvl1pPr>
          </a:lstStyle>
          <a:p>
            <a:pPr lvl="0"/>
            <a:r>
              <a:rPr lang="en-US"/>
              <a:t>Share what you do for fun here</a:t>
            </a:r>
          </a:p>
          <a:p>
            <a:pPr lvl="0"/>
            <a:r>
              <a:rPr lang="en-US"/>
              <a:t>Place photos to the right that represent those activities</a:t>
            </a:r>
          </a:p>
        </p:txBody>
      </p:sp>
      <p:sp>
        <p:nvSpPr>
          <p:cNvPr id="20" name="Text Placeholder 32">
            <a:extLst>
              <a:ext uri="{FF2B5EF4-FFF2-40B4-BE49-F238E27FC236}">
                <a16:creationId xmlns:a16="http://schemas.microsoft.com/office/drawing/2014/main" id="{739EBD06-52F8-264A-9BFA-CED1B174FCB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077474" y="3141580"/>
            <a:ext cx="1431162" cy="641859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Artist Name</a:t>
            </a:r>
          </a:p>
          <a:p>
            <a:pPr lvl="0"/>
            <a:r>
              <a:rPr lang="en-US"/>
              <a:t>Genre/Year</a:t>
            </a:r>
          </a:p>
        </p:txBody>
      </p:sp>
    </p:spTree>
    <p:extLst>
      <p:ext uri="{BB962C8B-B14F-4D97-AF65-F5344CB8AC3E}">
        <p14:creationId xmlns:p14="http://schemas.microsoft.com/office/powerpoint/2010/main" val="1184461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58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6B807AA-0B4B-3D4F-B36B-191AE9CAE7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5918239"/>
            <a:ext cx="12192000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300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dt="0"/>
  <p:txStyles>
    <p:titleStyle>
      <a:lvl1pPr algn="l" defTabSz="550838" rtl="0" eaLnBrk="1" latinLnBrk="0" hangingPunct="1">
        <a:lnSpc>
          <a:spcPts val="4169"/>
        </a:lnSpc>
        <a:spcBef>
          <a:spcPct val="0"/>
        </a:spcBef>
        <a:buNone/>
        <a:defRPr sz="3511" b="1" i="0" kern="1200" spc="-77">
          <a:solidFill>
            <a:schemeClr val="accent1"/>
          </a:solidFill>
          <a:latin typeface="+mn-lt"/>
          <a:ea typeface="+mj-ea"/>
          <a:cs typeface="Libre Baskerville"/>
        </a:defRPr>
      </a:lvl1pPr>
    </p:titleStyle>
    <p:bodyStyle>
      <a:lvl1pPr marL="0" indent="0" algn="l" defTabSz="550838" rtl="0" eaLnBrk="1" latinLnBrk="0" hangingPunct="1">
        <a:lnSpc>
          <a:spcPts val="2085"/>
        </a:lnSpc>
        <a:spcBef>
          <a:spcPts val="0"/>
        </a:spcBef>
        <a:buFont typeface="Arial"/>
        <a:buNone/>
        <a:defRPr sz="1646" b="0" i="0" kern="1200" spc="-33">
          <a:solidFill>
            <a:schemeClr val="tx1"/>
          </a:solidFill>
          <a:latin typeface="+mn-lt"/>
          <a:ea typeface="+mn-ea"/>
          <a:cs typeface="Source Sans Pro Light"/>
        </a:defRPr>
      </a:lvl1pPr>
      <a:lvl2pPr marL="106251" indent="-106251" algn="l" defTabSz="550838" rtl="0" eaLnBrk="1" latinLnBrk="0" hangingPunct="1">
        <a:lnSpc>
          <a:spcPts val="2085"/>
        </a:lnSpc>
        <a:spcBef>
          <a:spcPts val="0"/>
        </a:spcBef>
        <a:buFont typeface="Arial"/>
        <a:buChar char="•"/>
        <a:defRPr sz="1646" b="0" i="0" kern="1200" spc="-33">
          <a:solidFill>
            <a:schemeClr val="tx1"/>
          </a:solidFill>
          <a:latin typeface="+mn-lt"/>
          <a:ea typeface="+mn-ea"/>
          <a:cs typeface="Source Sans Pro Light"/>
        </a:defRPr>
      </a:lvl2pPr>
      <a:lvl3pPr marL="193341" indent="-87090" algn="l" defTabSz="550838" rtl="0" eaLnBrk="1" latinLnBrk="0" hangingPunct="1">
        <a:lnSpc>
          <a:spcPts val="2085"/>
        </a:lnSpc>
        <a:spcBef>
          <a:spcPts val="0"/>
        </a:spcBef>
        <a:buFont typeface="Arial"/>
        <a:buChar char="•"/>
        <a:defRPr sz="1646" b="0" i="0" kern="1200" spc="-33">
          <a:solidFill>
            <a:schemeClr val="tx1"/>
          </a:solidFill>
          <a:latin typeface="+mn-lt"/>
          <a:ea typeface="+mn-ea"/>
          <a:cs typeface="Source Sans Pro Light"/>
        </a:defRPr>
      </a:lvl3pPr>
      <a:lvl4pPr marL="299590" indent="-106251" algn="l" defTabSz="550838" rtl="0" eaLnBrk="1" latinLnBrk="0" hangingPunct="1">
        <a:lnSpc>
          <a:spcPts val="2085"/>
        </a:lnSpc>
        <a:spcBef>
          <a:spcPts val="0"/>
        </a:spcBef>
        <a:buFont typeface="Arial"/>
        <a:buChar char="•"/>
        <a:defRPr sz="1646" b="0" i="0" kern="1200" spc="-33">
          <a:solidFill>
            <a:schemeClr val="tx1"/>
          </a:solidFill>
          <a:latin typeface="+mn-lt"/>
          <a:ea typeface="+mn-ea"/>
          <a:cs typeface="Source Sans Pro Light"/>
        </a:defRPr>
      </a:lvl4pPr>
      <a:lvl5pPr marL="388423" indent="-88833" algn="l" defTabSz="550838" rtl="0" eaLnBrk="1" latinLnBrk="0" hangingPunct="1">
        <a:lnSpc>
          <a:spcPts val="2085"/>
        </a:lnSpc>
        <a:spcBef>
          <a:spcPts val="0"/>
        </a:spcBef>
        <a:buFont typeface="Arial"/>
        <a:buChar char="•"/>
        <a:defRPr sz="1646" b="0" i="0" kern="1200" spc="-33">
          <a:solidFill>
            <a:schemeClr val="tx1"/>
          </a:solidFill>
          <a:latin typeface="+mn-lt"/>
          <a:ea typeface="+mn-ea"/>
          <a:cs typeface="Source Sans Pro Light"/>
        </a:defRPr>
      </a:lvl5pPr>
      <a:lvl6pPr marL="3029605" indent="-275418" algn="l" defTabSz="550838" rtl="0" eaLnBrk="1" latinLnBrk="0" hangingPunct="1">
        <a:spcBef>
          <a:spcPct val="20000"/>
        </a:spcBef>
        <a:buFont typeface="Arial"/>
        <a:buChar char="•"/>
        <a:defRPr sz="2414" kern="1200">
          <a:solidFill>
            <a:schemeClr val="tx1"/>
          </a:solidFill>
          <a:latin typeface="+mn-lt"/>
          <a:ea typeface="+mn-ea"/>
          <a:cs typeface="+mn-cs"/>
        </a:defRPr>
      </a:lvl6pPr>
      <a:lvl7pPr marL="3580443" indent="-275418" algn="l" defTabSz="550838" rtl="0" eaLnBrk="1" latinLnBrk="0" hangingPunct="1">
        <a:spcBef>
          <a:spcPct val="20000"/>
        </a:spcBef>
        <a:buFont typeface="Arial"/>
        <a:buChar char="•"/>
        <a:defRPr sz="2414" kern="1200">
          <a:solidFill>
            <a:schemeClr val="tx1"/>
          </a:solidFill>
          <a:latin typeface="+mn-lt"/>
          <a:ea typeface="+mn-ea"/>
          <a:cs typeface="+mn-cs"/>
        </a:defRPr>
      </a:lvl7pPr>
      <a:lvl8pPr marL="4131281" indent="-275418" algn="l" defTabSz="550838" rtl="0" eaLnBrk="1" latinLnBrk="0" hangingPunct="1">
        <a:spcBef>
          <a:spcPct val="20000"/>
        </a:spcBef>
        <a:buFont typeface="Arial"/>
        <a:buChar char="•"/>
        <a:defRPr sz="2414" kern="1200">
          <a:solidFill>
            <a:schemeClr val="tx1"/>
          </a:solidFill>
          <a:latin typeface="+mn-lt"/>
          <a:ea typeface="+mn-ea"/>
          <a:cs typeface="+mn-cs"/>
        </a:defRPr>
      </a:lvl8pPr>
      <a:lvl9pPr marL="4682118" indent="-275418" algn="l" defTabSz="550838" rtl="0" eaLnBrk="1" latinLnBrk="0" hangingPunct="1">
        <a:spcBef>
          <a:spcPct val="20000"/>
        </a:spcBef>
        <a:buFont typeface="Arial"/>
        <a:buChar char="•"/>
        <a:defRPr sz="24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50838" rtl="0" eaLnBrk="1" latinLnBrk="0" hangingPunct="1">
        <a:defRPr sz="2194" kern="1200">
          <a:solidFill>
            <a:schemeClr val="tx1"/>
          </a:solidFill>
          <a:latin typeface="+mn-lt"/>
          <a:ea typeface="+mn-ea"/>
          <a:cs typeface="+mn-cs"/>
        </a:defRPr>
      </a:lvl1pPr>
      <a:lvl2pPr marL="550838" algn="l" defTabSz="550838" rtl="0" eaLnBrk="1" latinLnBrk="0" hangingPunct="1">
        <a:defRPr sz="2194" kern="1200">
          <a:solidFill>
            <a:schemeClr val="tx1"/>
          </a:solidFill>
          <a:latin typeface="+mn-lt"/>
          <a:ea typeface="+mn-ea"/>
          <a:cs typeface="+mn-cs"/>
        </a:defRPr>
      </a:lvl2pPr>
      <a:lvl3pPr marL="1101674" algn="l" defTabSz="550838" rtl="0" eaLnBrk="1" latinLnBrk="0" hangingPunct="1">
        <a:defRPr sz="2194" kern="1200">
          <a:solidFill>
            <a:schemeClr val="tx1"/>
          </a:solidFill>
          <a:latin typeface="+mn-lt"/>
          <a:ea typeface="+mn-ea"/>
          <a:cs typeface="+mn-cs"/>
        </a:defRPr>
      </a:lvl3pPr>
      <a:lvl4pPr marL="1652513" algn="l" defTabSz="550838" rtl="0" eaLnBrk="1" latinLnBrk="0" hangingPunct="1">
        <a:defRPr sz="2194" kern="1200">
          <a:solidFill>
            <a:schemeClr val="tx1"/>
          </a:solidFill>
          <a:latin typeface="+mn-lt"/>
          <a:ea typeface="+mn-ea"/>
          <a:cs typeface="+mn-cs"/>
        </a:defRPr>
      </a:lvl4pPr>
      <a:lvl5pPr marL="2203349" algn="l" defTabSz="550838" rtl="0" eaLnBrk="1" latinLnBrk="0" hangingPunct="1">
        <a:defRPr sz="2194" kern="1200">
          <a:solidFill>
            <a:schemeClr val="tx1"/>
          </a:solidFill>
          <a:latin typeface="+mn-lt"/>
          <a:ea typeface="+mn-ea"/>
          <a:cs typeface="+mn-cs"/>
        </a:defRPr>
      </a:lvl5pPr>
      <a:lvl6pPr marL="2754187" algn="l" defTabSz="550838" rtl="0" eaLnBrk="1" latinLnBrk="0" hangingPunct="1">
        <a:defRPr sz="2194" kern="1200">
          <a:solidFill>
            <a:schemeClr val="tx1"/>
          </a:solidFill>
          <a:latin typeface="+mn-lt"/>
          <a:ea typeface="+mn-ea"/>
          <a:cs typeface="+mn-cs"/>
        </a:defRPr>
      </a:lvl6pPr>
      <a:lvl7pPr marL="3305024" algn="l" defTabSz="550838" rtl="0" eaLnBrk="1" latinLnBrk="0" hangingPunct="1">
        <a:defRPr sz="2194" kern="1200">
          <a:solidFill>
            <a:schemeClr val="tx1"/>
          </a:solidFill>
          <a:latin typeface="+mn-lt"/>
          <a:ea typeface="+mn-ea"/>
          <a:cs typeface="+mn-cs"/>
        </a:defRPr>
      </a:lvl7pPr>
      <a:lvl8pPr marL="3855861" algn="l" defTabSz="550838" rtl="0" eaLnBrk="1" latinLnBrk="0" hangingPunct="1">
        <a:defRPr sz="2194" kern="1200">
          <a:solidFill>
            <a:schemeClr val="tx1"/>
          </a:solidFill>
          <a:latin typeface="+mn-lt"/>
          <a:ea typeface="+mn-ea"/>
          <a:cs typeface="+mn-cs"/>
        </a:defRPr>
      </a:lvl8pPr>
      <a:lvl9pPr marL="4406699" algn="l" defTabSz="550838" rtl="0" eaLnBrk="1" latinLnBrk="0" hangingPunct="1">
        <a:defRPr sz="21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23">
          <p15:clr>
            <a:srgbClr val="F26B43"/>
          </p15:clr>
        </p15:guide>
        <p15:guide id="2" pos="6698">
          <p15:clr>
            <a:srgbClr val="F26B43"/>
          </p15:clr>
        </p15:guide>
        <p15:guide id="3" pos="28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98B9B-F28A-6D00-0304-DFD59BCF2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C73460B-A8A3-3961-430C-BCD2F67C9D2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Alex  Makarov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7EF7270-A154-F00A-D2A9-964460D0C380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693825" y="5221053"/>
            <a:ext cx="2228042" cy="260463"/>
          </a:xfrm>
        </p:spPr>
        <p:txBody>
          <a:bodyPr>
            <a:normAutofit fontScale="92500" lnSpcReduction="20000"/>
          </a:bodyPr>
          <a:lstStyle/>
          <a:p>
            <a:r>
              <a:rPr lang="en-US" sz="1400" dirty="0"/>
              <a:t>Alex M| LinkedIn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7788345D-CE0D-88AA-558D-E1FCE19D8E1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US" dirty="0"/>
              <a:t>Creative</a:t>
            </a:r>
          </a:p>
          <a:p>
            <a:r>
              <a:rPr lang="en-US" dirty="0"/>
              <a:t>Go-getter</a:t>
            </a:r>
          </a:p>
          <a:p>
            <a:r>
              <a:rPr lang="en-US" dirty="0"/>
              <a:t>Collaborator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BB44C7E1-5B0D-32B2-3A3D-0AE530F67D92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en-US" dirty="0"/>
              <a:t>Jiu Jitsu </a:t>
            </a:r>
          </a:p>
          <a:p>
            <a:r>
              <a:rPr lang="en-US" dirty="0"/>
              <a:t>Archery </a:t>
            </a:r>
          </a:p>
          <a:p>
            <a:r>
              <a:rPr lang="en-US" dirty="0"/>
              <a:t>Fishing</a:t>
            </a:r>
          </a:p>
          <a:p>
            <a:r>
              <a:rPr lang="en-US" dirty="0"/>
              <a:t>Hunting</a:t>
            </a:r>
          </a:p>
          <a:p>
            <a:r>
              <a:rPr lang="en-US" dirty="0"/>
              <a:t>Hiking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A567B0B-ED3F-C997-8DA9-ABE5731218D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239747" y="1234223"/>
            <a:ext cx="1487100" cy="2162992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Saved company $$$ in licensing and reducing cloud infrastructure expenses.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Developed automated database deployment pipelines across AWS, Azure, and Alibaba Cloud.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88B37E0-5081-7117-D819-EDC8658877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/>
              <a:t>I started archery with my son during COVID, and it quickly turned into a passion that stuck with us</a:t>
            </a:r>
          </a:p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2084839-5848-37E1-0688-DB436423906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/>
              <a:t>Teamwork</a:t>
            </a:r>
          </a:p>
          <a:p>
            <a:r>
              <a:rPr lang="en-US" dirty="0"/>
              <a:t>Collaborative</a:t>
            </a:r>
          </a:p>
          <a:p>
            <a:r>
              <a:rPr lang="en-US" dirty="0"/>
              <a:t>Problem solving</a:t>
            </a:r>
          </a:p>
          <a:p>
            <a:r>
              <a:rPr lang="en-US" dirty="0"/>
              <a:t>Communication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0EF1C97-8E3C-CD47-13B7-D028208C96A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3122" y="3530289"/>
            <a:ext cx="1695869" cy="2101582"/>
          </a:xfrm>
        </p:spPr>
        <p:txBody>
          <a:bodyPr/>
          <a:lstStyle/>
          <a:p>
            <a:r>
              <a:rPr lang="en-US" sz="1400" b="1" dirty="0"/>
              <a:t>Home:</a:t>
            </a:r>
            <a:r>
              <a:rPr lang="en-US" sz="1400" dirty="0"/>
              <a:t> Portland, OR</a:t>
            </a:r>
          </a:p>
          <a:p>
            <a:endParaRPr lang="en-US" sz="1400" dirty="0"/>
          </a:p>
          <a:p>
            <a:r>
              <a:rPr lang="en-US" sz="1400" b="1" dirty="0"/>
              <a:t>Family:</a:t>
            </a:r>
            <a:r>
              <a:rPr lang="en-US" sz="1400" dirty="0"/>
              <a:t> Natalia (wife), Dasha (Daughters), Artyom ( Son)</a:t>
            </a:r>
          </a:p>
          <a:p>
            <a:r>
              <a:rPr lang="en-US" sz="1400" b="1" dirty="0"/>
              <a:t>Companies</a:t>
            </a:r>
            <a:r>
              <a:rPr lang="en-US" sz="1400" dirty="0"/>
              <a:t>:</a:t>
            </a:r>
          </a:p>
          <a:p>
            <a:r>
              <a:rPr lang="en-US" sz="1400" dirty="0"/>
              <a:t>BPA, Kronos, Nike</a:t>
            </a:r>
          </a:p>
          <a:p>
            <a:endParaRPr lang="en-US" sz="1400" b="1" dirty="0"/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1D3775AA-A3B9-80E5-E8FE-98E964EE9527}"/>
              </a:ext>
            </a:extLst>
          </p:cNvPr>
          <p:cNvSpPr txBox="1">
            <a:spLocks/>
          </p:cNvSpPr>
          <p:nvPr/>
        </p:nvSpPr>
        <p:spPr>
          <a:xfrm>
            <a:off x="7061338" y="911210"/>
            <a:ext cx="1487100" cy="284525"/>
          </a:xfrm>
          <a:prstGeom prst="rect">
            <a:avLst/>
          </a:prstGeom>
          <a:solidFill>
            <a:srgbClr val="0072BC"/>
          </a:solidFill>
        </p:spPr>
        <p:txBody>
          <a:bodyPr lIns="0" rIns="0">
            <a:normAutofit fontScale="92500" lnSpcReduction="20000"/>
          </a:bodyPr>
          <a:lstStyle>
            <a:lvl1pPr marL="0" indent="0" algn="l" defTabSz="550838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600" b="0" i="0" kern="1200" spc="-33">
                <a:solidFill>
                  <a:schemeClr val="bg1"/>
                </a:solidFill>
                <a:latin typeface="+mn-lt"/>
                <a:ea typeface="+mn-ea"/>
                <a:cs typeface="Source Sans Pro Light"/>
              </a:defRPr>
            </a:lvl1pPr>
            <a:lvl2pPr marL="106251" indent="-106251" algn="l" defTabSz="550838" rtl="0" eaLnBrk="1" latinLnBrk="0" hangingPunct="1">
              <a:lnSpc>
                <a:spcPts val="2085"/>
              </a:lnSpc>
              <a:spcBef>
                <a:spcPts val="0"/>
              </a:spcBef>
              <a:buFont typeface="Arial"/>
              <a:buChar char="•"/>
              <a:defRPr sz="1646" b="0" i="0" kern="1200" spc="-33">
                <a:solidFill>
                  <a:schemeClr val="tx1"/>
                </a:solidFill>
                <a:latin typeface="+mn-lt"/>
                <a:ea typeface="+mn-ea"/>
                <a:cs typeface="Source Sans Pro Light"/>
              </a:defRPr>
            </a:lvl2pPr>
            <a:lvl3pPr marL="193341" indent="-87090" algn="l" defTabSz="550838" rtl="0" eaLnBrk="1" latinLnBrk="0" hangingPunct="1">
              <a:lnSpc>
                <a:spcPts val="2085"/>
              </a:lnSpc>
              <a:spcBef>
                <a:spcPts val="0"/>
              </a:spcBef>
              <a:buFont typeface="Arial"/>
              <a:buChar char="•"/>
              <a:defRPr sz="1646" b="0" i="0" kern="1200" spc="-33">
                <a:solidFill>
                  <a:schemeClr val="tx1"/>
                </a:solidFill>
                <a:latin typeface="+mn-lt"/>
                <a:ea typeface="+mn-ea"/>
                <a:cs typeface="Source Sans Pro Light"/>
              </a:defRPr>
            </a:lvl3pPr>
            <a:lvl4pPr marL="299590" indent="-106251" algn="l" defTabSz="550838" rtl="0" eaLnBrk="1" latinLnBrk="0" hangingPunct="1">
              <a:lnSpc>
                <a:spcPts val="2085"/>
              </a:lnSpc>
              <a:spcBef>
                <a:spcPts val="0"/>
              </a:spcBef>
              <a:buFont typeface="Arial"/>
              <a:buChar char="•"/>
              <a:defRPr sz="1646" b="0" i="0" kern="1200" spc="-33">
                <a:solidFill>
                  <a:schemeClr val="tx1"/>
                </a:solidFill>
                <a:latin typeface="+mn-lt"/>
                <a:ea typeface="+mn-ea"/>
                <a:cs typeface="Source Sans Pro Light"/>
              </a:defRPr>
            </a:lvl4pPr>
            <a:lvl5pPr marL="388423" indent="-88833" algn="l" defTabSz="550838" rtl="0" eaLnBrk="1" latinLnBrk="0" hangingPunct="1">
              <a:lnSpc>
                <a:spcPts val="2085"/>
              </a:lnSpc>
              <a:spcBef>
                <a:spcPts val="0"/>
              </a:spcBef>
              <a:buFont typeface="Arial"/>
              <a:buChar char="•"/>
              <a:defRPr sz="1646" b="0" i="0" kern="1200" spc="-33">
                <a:solidFill>
                  <a:schemeClr val="tx1"/>
                </a:solidFill>
                <a:latin typeface="+mn-lt"/>
                <a:ea typeface="+mn-ea"/>
                <a:cs typeface="Source Sans Pro Light"/>
              </a:defRPr>
            </a:lvl5pPr>
            <a:lvl6pPr marL="3029605" indent="-275418" algn="l" defTabSz="550838" rtl="0" eaLnBrk="1" latinLnBrk="0" hangingPunct="1">
              <a:spcBef>
                <a:spcPct val="20000"/>
              </a:spcBef>
              <a:buFont typeface="Arial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0443" indent="-275418" algn="l" defTabSz="550838" rtl="0" eaLnBrk="1" latinLnBrk="0" hangingPunct="1">
              <a:spcBef>
                <a:spcPct val="20000"/>
              </a:spcBef>
              <a:buFont typeface="Arial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31281" indent="-275418" algn="l" defTabSz="550838" rtl="0" eaLnBrk="1" latinLnBrk="0" hangingPunct="1">
              <a:spcBef>
                <a:spcPct val="20000"/>
              </a:spcBef>
              <a:buFont typeface="Arial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2118" indent="-275418" algn="l" defTabSz="550838" rtl="0" eaLnBrk="1" latinLnBrk="0" hangingPunct="1">
              <a:spcBef>
                <a:spcPct val="20000"/>
              </a:spcBef>
              <a:buFont typeface="Arial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508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-33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</a:rPr>
              <a:t>MY ALTER-EGO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C0F494-58F9-BB73-6C39-186918748024}"/>
              </a:ext>
            </a:extLst>
          </p:cNvPr>
          <p:cNvSpPr/>
          <p:nvPr/>
        </p:nvSpPr>
        <p:spPr>
          <a:xfrm>
            <a:off x="7589520" y="2939316"/>
            <a:ext cx="950395" cy="770598"/>
          </a:xfrm>
          <a:prstGeom prst="rect">
            <a:avLst/>
          </a:prstGeom>
          <a:solidFill>
            <a:srgbClr val="0072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 SemiBold"/>
              <a:ea typeface="+mn-ea"/>
              <a:cs typeface="Source Sans Pro SemiBold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820720-345C-7C1F-B399-FEF25C889ED7}"/>
              </a:ext>
            </a:extLst>
          </p:cNvPr>
          <p:cNvSpPr/>
          <p:nvPr/>
        </p:nvSpPr>
        <p:spPr>
          <a:xfrm>
            <a:off x="10815162" y="925773"/>
            <a:ext cx="950395" cy="426678"/>
          </a:xfrm>
          <a:prstGeom prst="rect">
            <a:avLst/>
          </a:prstGeom>
          <a:solidFill>
            <a:srgbClr val="0C2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 SemiBold"/>
              <a:ea typeface="+mn-ea"/>
              <a:cs typeface="Source Sans Pro SemiBold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E172B1-D92A-794D-E59F-4E7CBBBDFACB}"/>
              </a:ext>
            </a:extLst>
          </p:cNvPr>
          <p:cNvSpPr/>
          <p:nvPr/>
        </p:nvSpPr>
        <p:spPr>
          <a:xfrm>
            <a:off x="2333241" y="3641822"/>
            <a:ext cx="1743092" cy="426678"/>
          </a:xfrm>
          <a:prstGeom prst="rect">
            <a:avLst/>
          </a:prstGeom>
          <a:solidFill>
            <a:srgbClr val="0C2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ource Sans Pro SemiBold"/>
              </a:rPr>
              <a:t>Me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ource Sans Pro SemiBold"/>
              </a:rPr>
              <a:t> in Three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6F2EE38-F007-0414-53F5-F819B3C96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3990" y="1744639"/>
            <a:ext cx="2872577" cy="195204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D888795-0255-B9DD-A478-C0E7776DBE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8097" y="4145005"/>
            <a:ext cx="887795" cy="127465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A15BA30-7BB9-23D2-C1B1-2AF4032D57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6880" y="4088873"/>
            <a:ext cx="906931" cy="133078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AF2B7F8-471D-E750-7F43-37B0441ED3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4333" y="4095377"/>
            <a:ext cx="887795" cy="1339328"/>
          </a:xfrm>
          <a:prstGeom prst="rect">
            <a:avLst/>
          </a:prstGeom>
        </p:spPr>
      </p:pic>
      <p:pic>
        <p:nvPicPr>
          <p:cNvPr id="2054" name="Picture 2053">
            <a:extLst>
              <a:ext uri="{FF2B5EF4-FFF2-40B4-BE49-F238E27FC236}">
                <a16:creationId xmlns:a16="http://schemas.microsoft.com/office/drawing/2014/main" id="{2DF19973-356A-48D8-45FB-88DD8C921D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3946" y="1398313"/>
            <a:ext cx="1531368" cy="194708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80135E6-B225-B931-1652-C7B37B4091C7}"/>
              </a:ext>
            </a:extLst>
          </p:cNvPr>
          <p:cNvPicPr>
            <a:picLocks noGrp="1" noChangeAspect="1" noChangeArrowheads="1"/>
          </p:cNvPicPr>
          <p:nvPr>
            <p:ph type="pic" sz="quarter" idx="28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" r="63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13143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Anthem 2">
      <a:dk1>
        <a:srgbClr val="5E5E5E"/>
      </a:dk1>
      <a:lt1>
        <a:sysClr val="window" lastClr="FFFFFF"/>
      </a:lt1>
      <a:dk2>
        <a:srgbClr val="012E58"/>
      </a:dk2>
      <a:lt2>
        <a:srgbClr val="E7E6E6"/>
      </a:lt2>
      <a:accent1>
        <a:srgbClr val="0178C2"/>
      </a:accent1>
      <a:accent2>
        <a:srgbClr val="FF8022"/>
      </a:accent2>
      <a:accent3>
        <a:srgbClr val="5BADDB"/>
      </a:accent3>
      <a:accent4>
        <a:srgbClr val="FEBC3B"/>
      </a:accent4>
      <a:accent5>
        <a:srgbClr val="012E58"/>
      </a:accent5>
      <a:accent6>
        <a:srgbClr val="5E5E5E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lIns="72000" tIns="72000" rIns="72000" bIns="72000" rtlCol="0" anchor="t" anchorCtr="0"/>
      <a:lstStyle>
        <a:defPPr>
          <a:lnSpc>
            <a:spcPts val="1600"/>
          </a:lnSpc>
          <a:defRPr sz="1300" dirty="0" smtClean="0">
            <a:latin typeface="Source Sans Pro SemiBold"/>
            <a:cs typeface="Source Sans Pro SemiBold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rgbClr val="BFBFBF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spcAft>
            <a:spcPts val="600"/>
          </a:spcAft>
          <a:defRPr sz="1500" spc="-30" dirty="0" err="1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odifiedOn xmlns="44ffcc8c-adb7-4be4-8b0c-aa7a7d17d0d6" xsi:nil="true"/>
    <TaxCatchAll xmlns="66d0ec64-5a93-4952-85b2-e161db2a9fd2" xsi:nil="true"/>
    <lcf76f155ced4ddcb4097134ff3c332f xmlns="44ffcc8c-adb7-4be4-8b0c-aa7a7d17d0d6">
      <Terms xmlns="http://schemas.microsoft.com/office/infopath/2007/PartnerControls"/>
    </lcf76f155ced4ddcb4097134ff3c332f>
    <ShortDescription xmlns="44ffcc8c-adb7-4be4-8b0c-aa7a7d17d0d6" xsi:nil="true"/>
    <_DCDateCreated xmlns="http://schemas.microsoft.com/sharepoint/v3/fields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BA295B81C1E742947BB894064AA6CD" ma:contentTypeVersion="20" ma:contentTypeDescription="Create a new document." ma:contentTypeScope="" ma:versionID="1003acfb5a17352551f9c93059d0cb42">
  <xsd:schema xmlns:xsd="http://www.w3.org/2001/XMLSchema" xmlns:xs="http://www.w3.org/2001/XMLSchema" xmlns:p="http://schemas.microsoft.com/office/2006/metadata/properties" xmlns:ns2="44ffcc8c-adb7-4be4-8b0c-aa7a7d17d0d6" xmlns:ns3="66d0ec64-5a93-4952-85b2-e161db2a9fd2" xmlns:ns4="http://schemas.microsoft.com/sharepoint/v3/fields" targetNamespace="http://schemas.microsoft.com/office/2006/metadata/properties" ma:root="true" ma:fieldsID="6396a6c7f36f847269491b858c82615c" ns2:_="" ns3:_="" ns4:_="">
    <xsd:import namespace="44ffcc8c-adb7-4be4-8b0c-aa7a7d17d0d6"/>
    <xsd:import namespace="66d0ec64-5a93-4952-85b2-e161db2a9fd2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ShortDescription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odifiedOn" minOccurs="0"/>
                <xsd:element ref="ns4:_DCDateCreated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ffcc8c-adb7-4be4-8b0c-aa7a7d17d0d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ShortDescription" ma:index="12" nillable="true" ma:displayName="Short Description" ma:format="Dropdown" ma:internalName="ShortDescription">
      <xsd:simpleType>
        <xsd:restriction base="dms:Note">
          <xsd:maxLength value="255"/>
        </xsd:restriction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7b9920fe-e746-4f88-96e3-624b3003ca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odifiedOn" ma:index="20" nillable="true" ma:displayName="Modified On" ma:format="DateTime" ma:internalName="ModifiedOn">
      <xsd:simpleType>
        <xsd:restriction base="dms:DateTim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d0ec64-5a93-4952-85b2-e161db2a9fd2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d2a0fc5c-3406-4132-88fa-3850e772b01c}" ma:internalName="TaxCatchAll" ma:showField="CatchAllData" ma:web="66d0ec64-5a93-4952-85b2-e161db2a9f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DCDateCreated" ma:index="21" nillable="true" ma:displayName="Date Created" ma:description="The date on which this resource was created" ma:format="DateTime" ma:internalName="_DCDateCreated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F8C7001-31E6-4FB5-BF2F-A5F8F7BFB3DB}">
  <ds:schemaRefs>
    <ds:schemaRef ds:uri="44ffcc8c-adb7-4be4-8b0c-aa7a7d17d0d6"/>
    <ds:schemaRef ds:uri="66d0ec64-5a93-4952-85b2-e161db2a9fd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/field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053D3D3-495B-4335-BA97-B64EA2935A53}">
  <ds:schemaRefs>
    <ds:schemaRef ds:uri="44ffcc8c-adb7-4be4-8b0c-aa7a7d17d0d6"/>
    <ds:schemaRef ds:uri="66d0ec64-5a93-4952-85b2-e161db2a9fd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/field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6EE692F-40F5-48F0-AE6F-44EA9560E9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114</Words>
  <Application>Microsoft Office PowerPoint</Application>
  <PresentationFormat>Widescreen</PresentationFormat>
  <Paragraphs>34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Source Sans Pro SemiBold</vt:lpstr>
      <vt:lpstr>Wingdings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Stockwell, Philip</dc:creator>
  <cp:lastModifiedBy>Makarov, Alex</cp:lastModifiedBy>
  <cp:revision>10</cp:revision>
  <dcterms:created xsi:type="dcterms:W3CDTF">2025-08-19T20:55:03Z</dcterms:created>
  <dcterms:modified xsi:type="dcterms:W3CDTF">2026-07-14T22:32:08Z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3e37b89-7794-4608-adc5-e3e1532e3dce_Enabled">
    <vt:lpwstr>true</vt:lpwstr>
  </property>
  <property fmtid="{D5CDD505-2E9C-101B-9397-08002B2CF9AE}" pid="3" name="MSIP_Label_03e37b89-7794-4608-adc5-e3e1532e3dce_SetDate">
    <vt:lpwstr>2025-08-19T20:55:09Z</vt:lpwstr>
  </property>
  <property fmtid="{D5CDD505-2E9C-101B-9397-08002B2CF9AE}" pid="4" name="MSIP_Label_03e37b89-7794-4608-adc5-e3e1532e3dce_Method">
    <vt:lpwstr>Standard</vt:lpwstr>
  </property>
  <property fmtid="{D5CDD505-2E9C-101B-9397-08002B2CF9AE}" pid="5" name="MSIP_Label_03e37b89-7794-4608-adc5-e3e1532e3dce_Name">
    <vt:lpwstr>Internal</vt:lpwstr>
  </property>
  <property fmtid="{D5CDD505-2E9C-101B-9397-08002B2CF9AE}" pid="6" name="MSIP_Label_03e37b89-7794-4608-adc5-e3e1532e3dce_SiteId">
    <vt:lpwstr>14c47b18-fc55-4da5-98f0-1f17e206cadc</vt:lpwstr>
  </property>
  <property fmtid="{D5CDD505-2E9C-101B-9397-08002B2CF9AE}" pid="7" name="MSIP_Label_03e37b89-7794-4608-adc5-e3e1532e3dce_ActionId">
    <vt:lpwstr>1ed0c44e-8723-4b3e-bb7b-d3e7278d1777</vt:lpwstr>
  </property>
  <property fmtid="{D5CDD505-2E9C-101B-9397-08002B2CF9AE}" pid="8" name="MSIP_Label_03e37b89-7794-4608-adc5-e3e1532e3dce_ContentBits">
    <vt:lpwstr>0</vt:lpwstr>
  </property>
  <property fmtid="{D5CDD505-2E9C-101B-9397-08002B2CF9AE}" pid="9" name="MSIP_Label_03e37b89-7794-4608-adc5-e3e1532e3dce_Tag">
    <vt:lpwstr>10, 3, 0, 1</vt:lpwstr>
  </property>
  <property fmtid="{D5CDD505-2E9C-101B-9397-08002B2CF9AE}" pid="10" name="ContentTypeId">
    <vt:lpwstr>0x010100F2BA295B81C1E742947BB894064AA6CD</vt:lpwstr>
  </property>
  <property fmtid="{D5CDD505-2E9C-101B-9397-08002B2CF9AE}" pid="11" name="MediaServiceImageTags">
    <vt:lpwstr/>
  </property>
</Properties>
</file>